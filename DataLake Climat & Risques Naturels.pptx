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13BF2-94F0-5B28-4CDA-6D26034A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1301312-A153-6DB3-50E9-F36E1E00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28A5-204B-446D-989F-5002522C8BBF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374F52-3E44-3CB4-2D1D-104D1D8E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735475-ED6D-6796-01F7-865DC04E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A8C0-2730-4A67-BE34-5879B70EC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1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23B003-8547-75C8-E13E-80B50CAD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CF0744-6FDF-153C-BBBC-DB131D506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F73932-999D-5EDA-A42C-52534EEAD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228A5-204B-446D-989F-5002522C8BBF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4B9B1C-C9FF-9CEE-0886-C362A210F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A53E1F-ACFE-81E2-719A-D6D0173E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AA8C0-2730-4A67-BE34-5879B70EC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55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BA35D6ED-6BDF-7814-CC65-FEB4E3F0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>
                <a:solidFill>
                  <a:schemeClr val="bg1"/>
                </a:solidFill>
              </a:rPr>
              <a:t>DataLake Climat &amp; Risques Naturels</a:t>
            </a:r>
            <a:endParaRPr lang="fr-FR" sz="44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1429C42-8F3E-99BC-873F-899ABDA28B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98F22E35-1777-AF5A-80DE-79DDB725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/>
            <a:r>
              <a:rPr lang="fr-FR"/>
              <a:t>PLan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11DE145-7D47-F9BB-1BF9-B30656790F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87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0AAD616E-4569-7EAA-D2FF-BDB1FB08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Sources de données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E85DE76-93A0-E919-BE5A-A28567C037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1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5C27A525-062B-89B5-5C43-3DAF69BC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fr-FR"/>
              <a:t>rchitecture du datalake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275BE1-3E00-1DF5-922F-0F5FA02FEB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4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EA89DFFC-5EB2-49D8-22F0-57D74DE5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Ingection NOAA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4E9F16-F580-3DE9-23B3-80BEBB852E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0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766498B6-A017-6717-A077-B0B6F626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Ingection USGS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CCF1206-AD26-66B6-B526-97809B8380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11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561937B1-8D81-6A5F-C81A-EB563EB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 des anomalies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66F8300-2722-8D0E-4771-CF22B44727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4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7B1C3F01-9ECB-9CB4-8ED7-046EB0F1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Tendance a long terme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408E8A2-9CC8-7F70-9311-BB8A8B8D15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02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5D4F8F31-F788-4FFE-513A-3E0A2C77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Tendance a long terme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2D227AE-BE70-658A-9226-2A965F709F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36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9A6CEEB4-9D28-38E0-3E57-2A9AF30C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Analyse geographique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8631D39-DB2E-0786-152B-14AD340CE9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6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0B0D5F83-3E2E-1465-687E-D7361245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4171BD-4373-48F4-E160-34FAE748A7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1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46A05638-9A00-4EB7-887B-97AC924F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F2D19C-9939-F7BA-AD8A-FE0ED36937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7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04F9BCD2-5C65-31BD-3C7F-7EF1DD27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fr-FR">
                <a:solidFill>
                  <a:srgbClr val="FFFFFF"/>
                </a:solidFill>
              </a:rPr>
              <a:t>Merci de votre attention !!!</a:t>
            </a:r>
            <a:endParaRPr lang="fr-FR" dirty="0">
              <a:solidFill>
                <a:srgbClr val="FFFFFF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5BC810-3723-E707-D4F1-ECB5672FBA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453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Grand écran</PresentationFormat>
  <Paragraphs>13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DataLake Climat &amp; Risques Naturels</vt:lpstr>
      <vt:lpstr>PLan</vt:lpstr>
      <vt:lpstr>Sources de données</vt:lpstr>
      <vt:lpstr>Architecture du datalake</vt:lpstr>
      <vt:lpstr>Ingection NOAA</vt:lpstr>
      <vt:lpstr>Ingection USGS</vt:lpstr>
      <vt:lpstr>Detection des anomalies</vt:lpstr>
      <vt:lpstr>Tendance a long terme</vt:lpstr>
      <vt:lpstr>Tendance a long terme</vt:lpstr>
      <vt:lpstr>Analyse geographique</vt:lpstr>
      <vt:lpstr>dashboard</vt:lpstr>
      <vt:lpstr>conclusion</vt:lpstr>
      <vt:lpstr>Merci de votre attention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Améto Cornelia ADANTO</dc:creator>
  <cp:lastModifiedBy>Améto Cornelia ADANTO</cp:lastModifiedBy>
  <cp:revision>1</cp:revision>
  <dcterms:created xsi:type="dcterms:W3CDTF">2025-11-21T12:40:16Z</dcterms:created>
  <dcterms:modified xsi:type="dcterms:W3CDTF">2025-11-21T12:40:16Z</dcterms:modified>
</cp:coreProperties>
</file>